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828800"/>
            <a:ext cx="5486400" cy="5486400"/>
          </a:xfrm>
          <a:prstGeom prst="ellipse">
            <a:avLst/>
          </a:prstGeom>
          <a:solidFill>
            <a:srgbClr val="6A2C79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4572000" cy="4572000"/>
          </a:xfrm>
          <a:prstGeom prst="ellipse">
            <a:avLst/>
          </a:prstGeom>
          <a:solidFill>
            <a:srgbClr val="3BFF9D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219456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7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QA PERFORMANCE PLATFORM —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2651760"/>
            <a:ext cx="12161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tabby</a:t>
            </a:r>
            <a:pPr algn="ctr" indent="0" marL="0">
              <a:buNone/>
            </a:pPr>
            <a:r>
              <a:rPr lang="en-US" sz="8000" b="1" dirty="0">
                <a:solidFill>
                  <a:srgbClr val="8B4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0" y="3977640"/>
            <a:ext cx="1216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5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QA's quickstart.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0" y="461772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5B0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 minutes. 11 slides. You're ready.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07608" y="5349240"/>
            <a:ext cx="146304" cy="146304"/>
          </a:xfrm>
          <a:prstGeom prst="ellipse">
            <a:avLst/>
          </a:prstGeom>
          <a:solidFill>
            <a:srgbClr val="3BFF9D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828800"/>
            <a:ext cx="5486400" cy="5486400"/>
          </a:xfrm>
          <a:prstGeom prst="ellipse">
            <a:avLst/>
          </a:prstGeom>
          <a:solidFill>
            <a:srgbClr val="6A2C79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4572000" cy="4572000"/>
          </a:xfrm>
          <a:prstGeom prst="ellipse">
            <a:avLst/>
          </a:prstGeom>
          <a:solidFill>
            <a:srgbClr val="3BFF9D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Pulse?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5B0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Your QA workspace, in one place.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777240"/>
            <a:ext cx="64008" cy="370332"/>
          </a:xfrm>
          <a:prstGeom prst="rect">
            <a:avLst/>
          </a:prstGeom>
          <a:solidFill>
            <a:srgbClr val="3BFF9D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147572"/>
            <a:ext cx="64008" cy="452628"/>
          </a:xfrm>
          <a:prstGeom prst="rect">
            <a:avLst/>
          </a:prstGeom>
          <a:solidFill>
            <a:srgbClr val="8B4D99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40280"/>
            <a:ext cx="9601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5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monthly score across every KPI — RTR, JKQ, productivity, adherence.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5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evaluation logged against you, with the recording and notes.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5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Coachings from your lead, with a one-click acknowledgement.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5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— your planned shifts and actual status, day by day.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6400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tabby</a:t>
            </a:r>
            <a:pPr indent="0" marL="0">
              <a:buNone/>
            </a:pPr>
            <a:r>
              <a:rPr lang="en-US" sz="1100" b="1" dirty="0">
                <a:solidFill>
                  <a:srgbClr val="8B4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1567160" y="6473952"/>
            <a:ext cx="118872" cy="118872"/>
          </a:xfrm>
          <a:prstGeom prst="ellipse">
            <a:avLst/>
          </a:prstGeom>
          <a:solidFill>
            <a:srgbClr val="3BFF9D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828800"/>
            <a:ext cx="5486400" cy="5486400"/>
          </a:xfrm>
          <a:prstGeom prst="ellipse">
            <a:avLst/>
          </a:prstGeom>
          <a:solidFill>
            <a:srgbClr val="6A2C79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4572000" cy="4572000"/>
          </a:xfrm>
          <a:prstGeom prst="ellipse">
            <a:avLst/>
          </a:prstGeom>
          <a:solidFill>
            <a:srgbClr val="3BFF9D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GETTING 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Signing in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5B0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Google SSO with your Tabby account.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777240"/>
            <a:ext cx="64008" cy="370332"/>
          </a:xfrm>
          <a:prstGeom prst="rect">
            <a:avLst/>
          </a:prstGeom>
          <a:solidFill>
            <a:srgbClr val="3BFF9D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147572"/>
            <a:ext cx="64008" cy="452628"/>
          </a:xfrm>
          <a:prstGeom prst="rect">
            <a:avLst/>
          </a:prstGeom>
          <a:solidFill>
            <a:srgbClr val="8B4D99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40280"/>
            <a:ext cx="9601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5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Pulse from the link your lead shares.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5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"Continue with Google" — no separate password.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5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your @tabby.sa or @tabby.ai email — both work.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5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login: Pulse picks up your role from the QA roster automatically.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686800" y="3108960"/>
            <a:ext cx="2743200" cy="640080"/>
          </a:xfrm>
          <a:prstGeom prst="rect">
            <a:avLst/>
          </a:prstGeom>
          <a:solidFill>
            <a:srgbClr val="6A2C79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0" y="31089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with Google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0" y="3840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@tabby.sa  ·  @tabby.ai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6400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tabby</a:t>
            </a:r>
            <a:pPr indent="0" marL="0">
              <a:buNone/>
            </a:pPr>
            <a:r>
              <a:rPr lang="en-US" sz="1100" b="1" dirty="0">
                <a:solidFill>
                  <a:srgbClr val="8B4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1567160" y="6473952"/>
            <a:ext cx="118872" cy="118872"/>
          </a:xfrm>
          <a:prstGeom prst="ellipse">
            <a:avLst/>
          </a:prstGeom>
          <a:solidFill>
            <a:srgbClr val="3BFF9D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828800"/>
            <a:ext cx="5486400" cy="5486400"/>
          </a:xfrm>
          <a:prstGeom prst="ellipse">
            <a:avLst/>
          </a:prstGeom>
          <a:solidFill>
            <a:srgbClr val="6A2C79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4572000" cy="4572000"/>
          </a:xfrm>
          <a:prstGeom prst="ellipse">
            <a:avLst/>
          </a:prstGeom>
          <a:solidFill>
            <a:srgbClr val="3BFF9D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DASHBOARD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Dashboard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5B0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Everything you need on landing.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777240"/>
            <a:ext cx="64008" cy="370332"/>
          </a:xfrm>
          <a:prstGeom prst="rect">
            <a:avLst/>
          </a:prstGeom>
          <a:solidFill>
            <a:srgbClr val="3BFF9D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147572"/>
            <a:ext cx="64008" cy="452628"/>
          </a:xfrm>
          <a:prstGeom prst="rect">
            <a:avLst/>
          </a:prstGeom>
          <a:solidFill>
            <a:srgbClr val="8B4D99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40280"/>
            <a:ext cx="9601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5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check-in widget — mark yourself "present today" with one tap.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5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Action Plan card — only shows if you're currently on an AP / PIP.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5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 list — anything assigned to you with due dates.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5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trend chart — quick visual of your last few weeks.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6400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tabby</a:t>
            </a:r>
            <a:pPr indent="0" marL="0">
              <a:buNone/>
            </a:pPr>
            <a:r>
              <a:rPr lang="en-US" sz="1100" b="1" dirty="0">
                <a:solidFill>
                  <a:srgbClr val="8B4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1567160" y="6473952"/>
            <a:ext cx="118872" cy="118872"/>
          </a:xfrm>
          <a:prstGeom prst="ellipse">
            <a:avLst/>
          </a:prstGeom>
          <a:solidFill>
            <a:srgbClr val="3BFF9D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828800"/>
            <a:ext cx="5486400" cy="5486400"/>
          </a:xfrm>
          <a:prstGeom prst="ellipse">
            <a:avLst/>
          </a:prstGeom>
          <a:solidFill>
            <a:srgbClr val="6A2C79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4572000" cy="4572000"/>
          </a:xfrm>
          <a:prstGeom prst="ellipse">
            <a:avLst/>
          </a:prstGeom>
          <a:solidFill>
            <a:srgbClr val="3BFF9D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YOUR DATA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your numbers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5B0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Three places, one source of truth.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777240"/>
            <a:ext cx="64008" cy="370332"/>
          </a:xfrm>
          <a:prstGeom prst="rect">
            <a:avLst/>
          </a:prstGeom>
          <a:solidFill>
            <a:srgbClr val="3BFF9D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147572"/>
            <a:ext cx="64008" cy="452628"/>
          </a:xfrm>
          <a:prstGeom prst="rect">
            <a:avLst/>
          </a:prstGeom>
          <a:solidFill>
            <a:srgbClr val="8B4D99"/>
          </a:solidFill>
          <a:ln/>
        </p:spPr>
      </p:sp>
      <p:sp>
        <p:nvSpPr>
          <p:cNvPr id="9" name="Shape 7"/>
          <p:cNvSpPr/>
          <p:nvPr/>
        </p:nvSpPr>
        <p:spPr>
          <a:xfrm>
            <a:off x="617220" y="2468880"/>
            <a:ext cx="3520440" cy="3291840"/>
          </a:xfrm>
          <a:prstGeom prst="rect">
            <a:avLst/>
          </a:prstGeom>
          <a:solidFill>
            <a:srgbClr val="11101A"/>
          </a:solidFill>
          <a:ln w="12700">
            <a:solidFill>
              <a:srgbClr val="1A132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220" y="2468880"/>
            <a:ext cx="54864" cy="3291840"/>
          </a:xfrm>
          <a:prstGeom prst="rect">
            <a:avLst/>
          </a:prstGeom>
          <a:solidFill>
            <a:srgbClr val="3BFF9D"/>
          </a:solidFill>
          <a:ln/>
        </p:spPr>
      </p:sp>
      <p:sp>
        <p:nvSpPr>
          <p:cNvPr id="11" name="Text 9"/>
          <p:cNvSpPr/>
          <p:nvPr/>
        </p:nvSpPr>
        <p:spPr>
          <a:xfrm>
            <a:off x="891540" y="26974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3B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PROFILE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91540" y="29718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full history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91540" y="3520440"/>
            <a:ext cx="31546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B5B0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evaluation logged against you, with recording links and your lead's notes. Plus your coaching trail, sorted newest first.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320540" y="2468880"/>
            <a:ext cx="3520440" cy="3291840"/>
          </a:xfrm>
          <a:prstGeom prst="rect">
            <a:avLst/>
          </a:prstGeom>
          <a:solidFill>
            <a:srgbClr val="11101A"/>
          </a:solidFill>
          <a:ln w="12700">
            <a:solidFill>
              <a:srgbClr val="1A132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20540" y="2468880"/>
            <a:ext cx="54864" cy="3291840"/>
          </a:xfrm>
          <a:prstGeom prst="rect">
            <a:avLst/>
          </a:prstGeom>
          <a:solidFill>
            <a:srgbClr val="8B4D99"/>
          </a:solidFill>
          <a:ln/>
        </p:spPr>
      </p:sp>
      <p:sp>
        <p:nvSpPr>
          <p:cNvPr id="16" name="Text 14"/>
          <p:cNvSpPr/>
          <p:nvPr/>
        </p:nvSpPr>
        <p:spPr>
          <a:xfrm>
            <a:off x="4594860" y="26974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8B4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94860" y="29718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Team-wide scores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94860" y="3520440"/>
            <a:ext cx="31546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B5B0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Month-to-date performance across every QA on the team. Filter by lead or queue to see where you sit relative to peers.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23860" y="2468880"/>
            <a:ext cx="3520440" cy="3291840"/>
          </a:xfrm>
          <a:prstGeom prst="rect">
            <a:avLst/>
          </a:prstGeom>
          <a:solidFill>
            <a:srgbClr val="11101A"/>
          </a:solidFill>
          <a:ln w="12700">
            <a:solidFill>
              <a:srgbClr val="1A132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23860" y="2468880"/>
            <a:ext cx="54864" cy="3291840"/>
          </a:xfrm>
          <a:prstGeom prst="rect">
            <a:avLst/>
          </a:prstGeom>
          <a:solidFill>
            <a:srgbClr val="6A2C79"/>
          </a:solidFill>
          <a:ln/>
        </p:spPr>
      </p:sp>
      <p:sp>
        <p:nvSpPr>
          <p:cNvPr id="21" name="Text 19"/>
          <p:cNvSpPr/>
          <p:nvPr/>
        </p:nvSpPr>
        <p:spPr>
          <a:xfrm>
            <a:off x="8298180" y="26974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6A2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98180" y="29718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rank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298180" y="3520440"/>
            <a:ext cx="31546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B5B0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Monthly + quarterly ranking with podium for the top three. Tap any row to expand the per-KPI breakdown.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02920" y="6400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tabby</a:t>
            </a:r>
            <a:pPr indent="0" marL="0">
              <a:buNone/>
            </a:pPr>
            <a:r>
              <a:rPr lang="en-US" sz="1100" b="1" dirty="0">
                <a:solidFill>
                  <a:srgbClr val="8B4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1567160" y="6473952"/>
            <a:ext cx="118872" cy="118872"/>
          </a:xfrm>
          <a:prstGeom prst="ellipse">
            <a:avLst/>
          </a:prstGeom>
          <a:solidFill>
            <a:srgbClr val="3BFF9D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828800"/>
            <a:ext cx="5486400" cy="5486400"/>
          </a:xfrm>
          <a:prstGeom prst="ellipse">
            <a:avLst/>
          </a:prstGeom>
          <a:solidFill>
            <a:srgbClr val="6A2C79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4572000" cy="4572000"/>
          </a:xfrm>
          <a:prstGeom prst="ellipse">
            <a:avLst/>
          </a:prstGeom>
          <a:solidFill>
            <a:srgbClr val="3BFF9D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ATTENDANCE · 1 /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— the month view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5B0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Sidebar → Attendance.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777240"/>
            <a:ext cx="64008" cy="370332"/>
          </a:xfrm>
          <a:prstGeom prst="rect">
            <a:avLst/>
          </a:prstGeom>
          <a:solidFill>
            <a:srgbClr val="3BFF9D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147572"/>
            <a:ext cx="64008" cy="452628"/>
          </a:xfrm>
          <a:prstGeom prst="rect">
            <a:avLst/>
          </a:prstGeom>
          <a:solidFill>
            <a:srgbClr val="8B4D99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40280"/>
            <a:ext cx="9601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5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is a day. Each column shows your planned shift and what actually happened.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5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= present · Amber = late · Red = NSNC / off without notice.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5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past day to see the full status code + any approval notes.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5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month picker top-right to jump back through history.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77240" y="5120640"/>
            <a:ext cx="1463040" cy="822960"/>
          </a:xfrm>
          <a:prstGeom prst="rect">
            <a:avLst/>
          </a:prstGeom>
          <a:solidFill>
            <a:srgbClr val="11101A"/>
          </a:solidFill>
          <a:ln w="12700">
            <a:solidFill>
              <a:srgbClr val="1A13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5166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7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54132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286000" y="5120640"/>
            <a:ext cx="1463040" cy="822960"/>
          </a:xfrm>
          <a:prstGeom prst="rect">
            <a:avLst/>
          </a:prstGeom>
          <a:solidFill>
            <a:srgbClr val="11101A"/>
          </a:solidFill>
          <a:ln w="12700">
            <a:solidFill>
              <a:srgbClr val="1A132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0" y="5166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7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286000" y="54132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794760" y="5120640"/>
            <a:ext cx="1463040" cy="822960"/>
          </a:xfrm>
          <a:prstGeom prst="rect">
            <a:avLst/>
          </a:prstGeom>
          <a:solidFill>
            <a:srgbClr val="11101A"/>
          </a:solidFill>
          <a:ln w="12700">
            <a:solidFill>
              <a:srgbClr val="1A132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94760" y="5166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7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794760" y="54132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303520" y="5120640"/>
            <a:ext cx="1463040" cy="822960"/>
          </a:xfrm>
          <a:prstGeom prst="rect">
            <a:avLst/>
          </a:prstGeom>
          <a:solidFill>
            <a:srgbClr val="11101A"/>
          </a:solidFill>
          <a:ln w="12700">
            <a:solidFill>
              <a:srgbClr val="1A132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0" y="5166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7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303520" y="54132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12280" y="5120640"/>
            <a:ext cx="1463040" cy="822960"/>
          </a:xfrm>
          <a:prstGeom prst="rect">
            <a:avLst/>
          </a:prstGeom>
          <a:solidFill>
            <a:srgbClr val="11101A"/>
          </a:solidFill>
          <a:ln w="12700">
            <a:solidFill>
              <a:srgbClr val="1A132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5166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7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12280" y="54132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NSNC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321040" y="5120640"/>
            <a:ext cx="1463040" cy="822960"/>
          </a:xfrm>
          <a:prstGeom prst="rect">
            <a:avLst/>
          </a:prstGeom>
          <a:solidFill>
            <a:srgbClr val="11101A"/>
          </a:solidFill>
          <a:ln w="12700">
            <a:solidFill>
              <a:srgbClr val="1A132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21040" y="5166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7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321040" y="54132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829800" y="5120640"/>
            <a:ext cx="1463040" cy="822960"/>
          </a:xfrm>
          <a:prstGeom prst="rect">
            <a:avLst/>
          </a:prstGeom>
          <a:solidFill>
            <a:srgbClr val="11101A"/>
          </a:solidFill>
          <a:ln w="12700">
            <a:solidFill>
              <a:srgbClr val="1A132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29800" y="5166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7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829800" y="54132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02920" y="6400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tabby</a:t>
            </a:r>
            <a:pPr indent="0" marL="0">
              <a:buNone/>
            </a:pPr>
            <a:r>
              <a:rPr lang="en-US" sz="1100" b="1" dirty="0">
                <a:solidFill>
                  <a:srgbClr val="8B4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1567160" y="6473952"/>
            <a:ext cx="118872" cy="118872"/>
          </a:xfrm>
          <a:prstGeom prst="ellipse">
            <a:avLst/>
          </a:prstGeom>
          <a:solidFill>
            <a:srgbClr val="3BFF9D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828800"/>
            <a:ext cx="5486400" cy="5486400"/>
          </a:xfrm>
          <a:prstGeom prst="ellipse">
            <a:avLst/>
          </a:prstGeom>
          <a:solidFill>
            <a:srgbClr val="6A2C79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4572000" cy="4572000"/>
          </a:xfrm>
          <a:prstGeom prst="ellipse">
            <a:avLst/>
          </a:prstGeom>
          <a:solidFill>
            <a:srgbClr val="3BFF9D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ATTENDANCE · 2 /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— the daily check-in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5B0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One click on your Dashboard.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777240"/>
            <a:ext cx="64008" cy="370332"/>
          </a:xfrm>
          <a:prstGeom prst="rect">
            <a:avLst/>
          </a:prstGeom>
          <a:solidFill>
            <a:srgbClr val="3BFF9D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147572"/>
            <a:ext cx="64008" cy="452628"/>
          </a:xfrm>
          <a:prstGeom prst="rect">
            <a:avLst/>
          </a:prstGeom>
          <a:solidFill>
            <a:srgbClr val="8B4D99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40280"/>
            <a:ext cx="9601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5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of your Dashboard: a widget that asks "Are you in today?"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5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green button and you're marked present — that's it.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5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Off-day or leave: pick a reason from the dropdown — your lead approves.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5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Forget? The widget will keep nudging you until you respond.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595360" y="2743200"/>
            <a:ext cx="3108960" cy="2377440"/>
          </a:xfrm>
          <a:prstGeom prst="rect">
            <a:avLst/>
          </a:prstGeom>
          <a:solidFill>
            <a:srgbClr val="11101A"/>
          </a:solidFill>
          <a:ln w="12700">
            <a:solidFill>
              <a:srgbClr val="1A13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23960" y="29718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check-in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823960" y="3337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0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Are you working today?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823960" y="3886200"/>
            <a:ext cx="2651760" cy="502920"/>
          </a:xfrm>
          <a:prstGeom prst="rect">
            <a:avLst/>
          </a:prstGeom>
          <a:solidFill>
            <a:srgbClr val="3BFF9D"/>
          </a:solidFill>
          <a:ln/>
        </p:spPr>
      </p:sp>
      <p:sp>
        <p:nvSpPr>
          <p:cNvPr id="14" name="Text 12"/>
          <p:cNvSpPr/>
          <p:nvPr/>
        </p:nvSpPr>
        <p:spPr>
          <a:xfrm>
            <a:off x="8823960" y="38862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I'm present today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823960" y="4526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request leave →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6400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tabby</a:t>
            </a:r>
            <a:pPr indent="0" marL="0">
              <a:buNone/>
            </a:pPr>
            <a:r>
              <a:rPr lang="en-US" sz="1100" b="1" dirty="0">
                <a:solidFill>
                  <a:srgbClr val="8B4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1567160" y="6473952"/>
            <a:ext cx="118872" cy="118872"/>
          </a:xfrm>
          <a:prstGeom prst="ellipse">
            <a:avLst/>
          </a:prstGeom>
          <a:solidFill>
            <a:srgbClr val="3BFF9D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828800"/>
            <a:ext cx="5486400" cy="5486400"/>
          </a:xfrm>
          <a:prstGeom prst="ellipse">
            <a:avLst/>
          </a:prstGeom>
          <a:solidFill>
            <a:srgbClr val="6A2C79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4572000" cy="4572000"/>
          </a:xfrm>
          <a:prstGeom prst="ellipse">
            <a:avLst/>
          </a:prstGeom>
          <a:solidFill>
            <a:srgbClr val="3BFF9D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COACHING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 your coachings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5B0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Close the loop with your lead.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777240"/>
            <a:ext cx="64008" cy="370332"/>
          </a:xfrm>
          <a:prstGeom prst="rect">
            <a:avLst/>
          </a:prstGeom>
          <a:solidFill>
            <a:srgbClr val="3BFF9D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147572"/>
            <a:ext cx="64008" cy="452628"/>
          </a:xfrm>
          <a:prstGeom prst="rect">
            <a:avLst/>
          </a:prstGeom>
          <a:solidFill>
            <a:srgbClr val="8B4D99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40280"/>
            <a:ext cx="9601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5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your lead sends a coaching session, you get an email with a personal link.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5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link — Pulse opens to the session details, you skim the notes.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5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"I acknowledge" — your lead now sees a green ✓ next to that session.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5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you ack: it shows as ⏳ pending on your lead's side. Don't ghost it.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6400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tabby</a:t>
            </a:r>
            <a:pPr indent="0" marL="0">
              <a:buNone/>
            </a:pPr>
            <a:r>
              <a:rPr lang="en-US" sz="1100" b="1" dirty="0">
                <a:solidFill>
                  <a:srgbClr val="8B4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1567160" y="6473952"/>
            <a:ext cx="118872" cy="118872"/>
          </a:xfrm>
          <a:prstGeom prst="ellipse">
            <a:avLst/>
          </a:prstGeom>
          <a:solidFill>
            <a:srgbClr val="3BFF9D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828800"/>
            <a:ext cx="5486400" cy="5486400"/>
          </a:xfrm>
          <a:prstGeom prst="ellipse">
            <a:avLst/>
          </a:prstGeom>
          <a:solidFill>
            <a:srgbClr val="6A2C79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4572000" cy="4572000"/>
          </a:xfrm>
          <a:prstGeom prst="ellipse">
            <a:avLst/>
          </a:prstGeom>
          <a:solidFill>
            <a:srgbClr val="3BFF9D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FEEDBACK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occasional survey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5B0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Your honest stars make Pulse better.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777240"/>
            <a:ext cx="64008" cy="370332"/>
          </a:xfrm>
          <a:prstGeom prst="rect">
            <a:avLst/>
          </a:prstGeom>
          <a:solidFill>
            <a:srgbClr val="3BFF9D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147572"/>
            <a:ext cx="64008" cy="452628"/>
          </a:xfrm>
          <a:prstGeom prst="rect">
            <a:avLst/>
          </a:prstGeom>
          <a:solidFill>
            <a:srgbClr val="8B4D99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40280"/>
            <a:ext cx="9601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5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in a while, a popup appears asking you to rate Pulse 1-5 stars.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5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mandatory — you can't dismiss it without answering.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5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30 seconds. Drop honest stars and a line of feedback if you have one.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5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that's a tiny dictator move. We promise to read every response.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863840" y="393192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549640" y="393192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4964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9235440" y="393192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921240" y="393192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2124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0607040" y="3931920"/>
            <a:ext cx="502920" cy="502920"/>
          </a:xfrm>
          <a:prstGeom prst="ellipse">
            <a:avLst/>
          </a:prstGeom>
          <a:solidFill>
            <a:srgbClr val="11101A"/>
          </a:solidFill>
          <a:ln w="12700">
            <a:solidFill>
              <a:srgbClr val="4A46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0704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02920" y="6400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tabby</a:t>
            </a:r>
            <a:pPr indent="0" marL="0">
              <a:buNone/>
            </a:pPr>
            <a:r>
              <a:rPr lang="en-US" sz="1100" b="1" dirty="0">
                <a:solidFill>
                  <a:srgbClr val="8B4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1567160" y="6473952"/>
            <a:ext cx="118872" cy="118872"/>
          </a:xfrm>
          <a:prstGeom prst="ellipse">
            <a:avLst/>
          </a:prstGeom>
          <a:solidFill>
            <a:srgbClr val="3BFF9D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828800"/>
            <a:ext cx="5486400" cy="5486400"/>
          </a:xfrm>
          <a:prstGeom prst="ellipse">
            <a:avLst/>
          </a:prstGeom>
          <a:solidFill>
            <a:srgbClr val="6A2C79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4572000" cy="4572000"/>
          </a:xfrm>
          <a:prstGeom prst="ellipse">
            <a:avLst/>
          </a:prstGeom>
          <a:solidFill>
            <a:srgbClr val="3BFF9D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PRO TIPS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5B0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Power-user shortcuts.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777240"/>
            <a:ext cx="64008" cy="370332"/>
          </a:xfrm>
          <a:prstGeom prst="rect">
            <a:avLst/>
          </a:prstGeom>
          <a:solidFill>
            <a:srgbClr val="3BFF9D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147572"/>
            <a:ext cx="64008" cy="452628"/>
          </a:xfrm>
          <a:prstGeom prst="rect">
            <a:avLst/>
          </a:prstGeom>
          <a:solidFill>
            <a:srgbClr val="8B4D99"/>
          </a:solidFill>
          <a:ln/>
        </p:spPr>
      </p:sp>
      <p:sp>
        <p:nvSpPr>
          <p:cNvPr id="9" name="Shape 7"/>
          <p:cNvSpPr/>
          <p:nvPr/>
        </p:nvSpPr>
        <p:spPr>
          <a:xfrm>
            <a:off x="617220" y="2606040"/>
            <a:ext cx="3520440" cy="2743200"/>
          </a:xfrm>
          <a:prstGeom prst="rect">
            <a:avLst/>
          </a:prstGeom>
          <a:solidFill>
            <a:srgbClr val="11101A"/>
          </a:solidFill>
          <a:ln w="12700">
            <a:solidFill>
              <a:srgbClr val="1A132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2980" y="2971800"/>
            <a:ext cx="868680" cy="868680"/>
          </a:xfrm>
          <a:prstGeom prst="ellipse">
            <a:avLst/>
          </a:prstGeom>
          <a:solidFill>
            <a:srgbClr val="3BFF9D"/>
          </a:solidFill>
          <a:ln/>
        </p:spPr>
      </p:sp>
      <p:sp>
        <p:nvSpPr>
          <p:cNvPr id="11" name="Text 9"/>
          <p:cNvSpPr/>
          <p:nvPr/>
        </p:nvSpPr>
        <p:spPr>
          <a:xfrm>
            <a:off x="982980" y="29718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⌘K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82980" y="40233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search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82980" y="443484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5B0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Press Cmd+K (or Ctrl+K) anywhere to jump to any page or any QA's profile.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320540" y="2606040"/>
            <a:ext cx="3520440" cy="2743200"/>
          </a:xfrm>
          <a:prstGeom prst="rect">
            <a:avLst/>
          </a:prstGeom>
          <a:solidFill>
            <a:srgbClr val="11101A"/>
          </a:solidFill>
          <a:ln w="12700">
            <a:solidFill>
              <a:srgbClr val="1A132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86300" y="2971800"/>
            <a:ext cx="868680" cy="868680"/>
          </a:xfrm>
          <a:prstGeom prst="ellipse">
            <a:avLst/>
          </a:prstGeom>
          <a:solidFill>
            <a:srgbClr val="8B4D99"/>
          </a:solidFill>
          <a:ln/>
        </p:spPr>
      </p:sp>
      <p:sp>
        <p:nvSpPr>
          <p:cNvPr id="16" name="Text 14"/>
          <p:cNvSpPr/>
          <p:nvPr/>
        </p:nvSpPr>
        <p:spPr>
          <a:xfrm>
            <a:off x="4686300" y="29718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☾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686300" y="40233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686300" y="443484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5B0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Dark by default. Toggle in the top-right corner if you prefer lighter.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23860" y="2606040"/>
            <a:ext cx="3520440" cy="2743200"/>
          </a:xfrm>
          <a:prstGeom prst="rect">
            <a:avLst/>
          </a:prstGeom>
          <a:solidFill>
            <a:srgbClr val="11101A"/>
          </a:solidFill>
          <a:ln w="12700">
            <a:solidFill>
              <a:srgbClr val="1A132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89620" y="2971800"/>
            <a:ext cx="868680" cy="868680"/>
          </a:xfrm>
          <a:prstGeom prst="ellipse">
            <a:avLst/>
          </a:prstGeom>
          <a:solidFill>
            <a:srgbClr val="6A2C79"/>
          </a:solidFill>
          <a:ln/>
        </p:spPr>
      </p:sp>
      <p:sp>
        <p:nvSpPr>
          <p:cNvPr id="21" name="Text 19"/>
          <p:cNvSpPr/>
          <p:nvPr/>
        </p:nvSpPr>
        <p:spPr>
          <a:xfrm>
            <a:off x="8389620" y="29718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89620" y="40233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sign-out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389620" y="443484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5B0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At noon KSA you'll be asked to sign in again — keeps you on the latest build.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02920" y="6400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tabby</a:t>
            </a:r>
            <a:pPr indent="0" marL="0">
              <a:buNone/>
            </a:pPr>
            <a:r>
              <a:rPr lang="en-US" sz="1100" b="1" dirty="0">
                <a:solidFill>
                  <a:srgbClr val="8B4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1567160" y="6473952"/>
            <a:ext cx="118872" cy="118872"/>
          </a:xfrm>
          <a:prstGeom prst="ellipse">
            <a:avLst/>
          </a:prstGeom>
          <a:solidFill>
            <a:srgbClr val="3BFF9D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828800"/>
            <a:ext cx="5486400" cy="5486400"/>
          </a:xfrm>
          <a:prstGeom prst="ellipse">
            <a:avLst/>
          </a:prstGeom>
          <a:solidFill>
            <a:srgbClr val="6A2C79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4572000" cy="4572000"/>
          </a:xfrm>
          <a:prstGeom prst="ellipse">
            <a:avLst/>
          </a:prstGeom>
          <a:solidFill>
            <a:srgbClr val="3BFF9D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463040"/>
            <a:ext cx="1216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help?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233172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5B0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Two ways to reach us.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805940" y="3246120"/>
            <a:ext cx="4114800" cy="2011680"/>
          </a:xfrm>
          <a:prstGeom prst="rect">
            <a:avLst/>
          </a:prstGeom>
          <a:solidFill>
            <a:srgbClr val="11101A"/>
          </a:solidFill>
          <a:ln w="12700">
            <a:solidFill>
              <a:srgbClr val="1A132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71700" y="3657600"/>
            <a:ext cx="548640" cy="548640"/>
          </a:xfrm>
          <a:prstGeom prst="ellipse">
            <a:avLst/>
          </a:prstGeom>
          <a:solidFill>
            <a:srgbClr val="6A2C79"/>
          </a:solidFill>
          <a:ln/>
        </p:spPr>
      </p:sp>
      <p:sp>
        <p:nvSpPr>
          <p:cNvPr id="8" name="Text 6"/>
          <p:cNvSpPr/>
          <p:nvPr/>
        </p:nvSpPr>
        <p:spPr>
          <a:xfrm>
            <a:off x="217170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903220" y="3657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feedback bubble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903220" y="406908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5B0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Bottom-right corner of every page. Bug, idea, or wish — type it in.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40780" y="3246120"/>
            <a:ext cx="4114800" cy="2011680"/>
          </a:xfrm>
          <a:prstGeom prst="rect">
            <a:avLst/>
          </a:prstGeom>
          <a:solidFill>
            <a:srgbClr val="11101A"/>
          </a:solidFill>
          <a:ln w="12700">
            <a:solidFill>
              <a:srgbClr val="1A132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06540" y="3657600"/>
            <a:ext cx="548640" cy="548640"/>
          </a:xfrm>
          <a:prstGeom prst="ellipse">
            <a:avLst/>
          </a:prstGeom>
          <a:solidFill>
            <a:srgbClr val="3BFF9D"/>
          </a:solidFill>
          <a:ln/>
        </p:spPr>
      </p:sp>
      <p:sp>
        <p:nvSpPr>
          <p:cNvPr id="13" name="Text 11"/>
          <p:cNvSpPr/>
          <p:nvPr/>
        </p:nvSpPr>
        <p:spPr>
          <a:xfrm>
            <a:off x="660654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338060" y="3657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QA lead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38060" y="406908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5B0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Anything score-related — they're closest to the data.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0" y="5897880"/>
            <a:ext cx="1216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5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 for using 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tabby</a:t>
            </a:r>
            <a:pPr algn="ctr" indent="0" marL="0">
              <a:buNone/>
            </a:pPr>
            <a:r>
              <a:rPr lang="en-US" sz="1800" b="1" dirty="0">
                <a:solidFill>
                  <a:srgbClr val="8B4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</a:t>
            </a:r>
            <a:pPr algn="ctr" indent="0" marL="0">
              <a:buNone/>
            </a:pPr>
            <a:r>
              <a:rPr lang="en-US" sz="1800" dirty="0">
                <a:solidFill>
                  <a:srgbClr val="B5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016752" y="6400800"/>
            <a:ext cx="128016" cy="128016"/>
          </a:xfrm>
          <a:prstGeom prst="ellipse">
            <a:avLst/>
          </a:prstGeom>
          <a:solidFill>
            <a:srgbClr val="3BFF9D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Tabby Pulse — A QA's quickstart</dc:title>
  <dc:subject>PptxGenJS Presentation</dc:subject>
  <dc:creator>Tabby QA</dc:creator>
  <cp:lastModifiedBy>Tabby QA</cp:lastModifiedBy>
  <cp:revision>1</cp:revision>
  <dcterms:created xsi:type="dcterms:W3CDTF">2026-05-18T13:16:12Z</dcterms:created>
  <dcterms:modified xsi:type="dcterms:W3CDTF">2026-05-18T13:16:12Z</dcterms:modified>
</cp:coreProperties>
</file>